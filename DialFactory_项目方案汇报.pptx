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DialFactory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表盘工厂 · 生产管理数字化系统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3291840"/>
            <a:ext cx="9418320" cy="1828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项目方案总纲  |  业务建模阶段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0" y="6217920"/>
            <a:ext cx="1371600" cy="54864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工厂生产管理 · 现状与挑战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5029200" cy="3840480"/>
          </a:xfrm>
          <a:prstGeom prst="roundRect">
            <a:avLst>
              <a:gd name="adj" fmla="val 3571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当前管理方式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834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人工跟进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跟单员靠记忆和走动掌握进度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微信沟通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异常信息分散在聊天记录中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4297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纸质记录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4590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无统一格式，难以汇总分析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5029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5029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生产知识在个人脑中，无法传承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011680"/>
            <a:ext cx="5029200" cy="3840480"/>
          </a:xfrm>
          <a:prstGeom prst="roundRect">
            <a:avLst>
              <a:gd name="adj" fmla="val 3571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导致的问题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2834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无法实时知道订单在哪道工序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延期原因难以快速定位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质量问题无法系统追踪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4617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历史数据无法沉淀复用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5212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管理高度依赖个人经验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系统目标：回答五个核心问题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16200000">
              <a:srgbClr val="D1D5DB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2860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331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订单现在在哪？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流程图实时定位订单所属工序和部门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5303520"/>
            <a:ext cx="1463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2971800" y="201168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16200000">
              <a:srgbClr val="D1D5DB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28600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331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0896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卡在哪个工序？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超时自动标红，一眼识别延期风险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5303520"/>
            <a:ext cx="14630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2080" y="201168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16200000">
              <a:srgbClr val="D1D5DB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28600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2331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4924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为什么停？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异常事件记录在对应工序上，原因可追溯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0" y="5303520"/>
            <a:ext cx="14630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7452360" y="201168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16200000">
              <a:srgbClr val="D1D5DB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2440" y="228600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2331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8952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操作记录+时间戳，责任归属清晰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26680" y="5303520"/>
            <a:ext cx="14630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9692640" y="201168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16200000">
              <a:srgbClr val="D1D5DB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32720" y="22860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10332720" y="2331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829800" y="3291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历史发生过什么？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2980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完整生产轨迹可回溯，数据可沉淀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966960" y="5303520"/>
            <a:ext cx="1463040" cy="45720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当前阶段：业务建模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 当前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20116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2194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20116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194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20116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2194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92640" y="201168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9692640" y="2194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70916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当前重点：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建立准确描述工厂业务的模型，用真实数据验证，再进入系统设计。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不写代码，不建数据库，不设计界面。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已完成：业务建模四件套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116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D1D5DB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 V1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14 个业务实体，7 个核心实体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ER 关系模型，定义数据字典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D1D5DB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数据录入模板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 Excel Sheet，含示例数据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预填部门/工序/路线/订单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D1D5DB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现场确认问题清单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个问题，9 大分类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区分否决级问题与范围级问题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D1D5DB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9828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9828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Scope 定义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81160" y="3383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V1 / V1.5 / V2 版本边界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张表，9 项功能，四态模型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产出文件：AI_CONTEXT/01 ~ 12 共 12 份设计文档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核心业务实体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2700" dir="16200000">
              <a:srgbClr val="D1D5DB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订单来源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16200000">
              <a:srgbClr val="D1D5D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生产活动起点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D1D5DB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工厂能力目录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18288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16200000">
              <a:srgbClr val="D1D5DB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工艺路线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标准生产流程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12700" dir="16200000">
              <a:srgbClr val="D1D5DB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组织单元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39319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D1D5DB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工序执行记录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4709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核心追踪单元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9319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D1D5DB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质量事件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4709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异常记录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业务关系全景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983480" y="16459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83480" y="1645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83480" y="25603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3480" y="34747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3474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工艺路线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4389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4389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工序执行记录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4389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/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389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53035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5303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质量事件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4114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工序执行记录 = 核心追踪单元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回答"订单现在在哪"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流程一：订单创建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57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客户下单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客户发来采购单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数量·交期·规格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51760" y="182880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0116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057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跟单员录入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4747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填订单号·选客户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选路线·填数量·交期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83480" y="182880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057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选择工艺路线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34747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从3-5条标准路线中选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如"太阳纹+银白"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8660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0" y="182880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201168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2057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自动生成工序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34747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系统按路线展开为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工序执行记录列表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1832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46920" y="182880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32720" y="201168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0332720" y="2057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4692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进入生产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38360" y="34747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第一条工序自动激活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 = 生产中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1520" y="539496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486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目标操作时间：≤ 60 秒（选客户 → 选路线 → 填数量 → 填交期 → 创建）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流程二：生产推进（日常最高频操作）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828800"/>
            <a:ext cx="7589520" cy="164592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11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跟单员走到车间 → 看到工序完成 → 点"完成"按钮 → 下一工序自动激活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目标操作时间：≤ 3 秒（点一次按钮）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39319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31920" y="39319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▶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39319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6656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0" y="39319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0120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流程三：异常记录 &amp; 返工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异常记录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发现质量问题 → 点"记录异常"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选择缺陷类型：色差/电镀不良/划伤/沙眼/变形/其他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填写影响数量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选择处理方式：返回电镀/返回磨板/重做/特采/报废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目标操作时间：≤ 20 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82880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288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返工处理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743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工序需重做 → 点"返工"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系统创建新的工序执行记录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931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返工次数 +1（颜色自动加深标记）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4526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原记录保留（已完成过一次）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5120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支持：同工序重做（覆盖 90% 场景）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数据验证：在开发前用真实数据检验模型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部门清单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客户清单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≥10 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工序清单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≥15 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98280" y="18288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工艺路线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98280" y="2468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 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历史订单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7560" y="4023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工序执行记录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2-3 张完整路径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质量事件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 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98280" y="4023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  <a:effectLst>
            <a:outerShdw sx="100000" sy="100000" kx="0" ky="0" algn="bl" rotWithShape="0" blurRad="25400" dist="12700" dir="16200000">
              <a:srgbClr val="D1D5DB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9828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外协供应商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9828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关键：Sheet 6（工序执行记录）验证"订单追踪逻辑"是否与工厂真实流程一致。如果对不上，模型需要修正。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需要工厂确认的关键问题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订单模型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一单一规格？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能否分批生产？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交期谁定？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82880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工艺路线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几条标准路线？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路线是否固定？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能否临时增减工序？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82880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828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质量异常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QC节点在哪？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常见缺陷类型？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3200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如何处理异常？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1480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返工模式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同工序重做？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退回前工序？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486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最多返工几次？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4114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411480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外协管理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涉及哪些工序？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如何追踪进度？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5486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正式流程还是口头？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4114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411480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6B7280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使用场景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1248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几人操作系统？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现场还是办公室？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5486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车间网络情况？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共 26 个问题，其中 6 个为"否决级"——答案如果推翻假设，业务模型需要重新设计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版本范围：先解决核心问题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V1 包含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订单创建与管理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工艺路线（预置3-5条）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工序节点追踪（4种状态）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一键推进（≤3秒）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异常记录（类型+数量+处理）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简单返工（同工序重做）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交期预警（超期标红）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状态回退（撤销操作）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⏸ 延后到 V1.5 / V2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外协管理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部门正式移交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首件确认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统计分析看板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多用户权限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离线模式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产品规格库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审计日志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5440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6984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82880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业务验证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1737360" cy="18288"/>
          </a:xfrm>
          <a:prstGeom prst="rect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录入真实工厂数据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确认26个问题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修正Business 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4-6 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383280"/>
            <a:ext cx="1737360" cy="18288"/>
          </a:xfrm>
          <a:prstGeom prst="rect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数据库表结构设计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4160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跟单员操作原型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4663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流程图界面设计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17920" y="182880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开发测试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6-8 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3383280"/>
            <a:ext cx="1737360" cy="18288"/>
          </a:xfrm>
          <a:prstGeom prst="rect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V1 功能开发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4160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真实订单测试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4663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收集反馈优化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6968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144000" y="182880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上线使用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3383280"/>
            <a:ext cx="1737360" cy="18288"/>
          </a:xfrm>
          <a:prstGeom prst="rect">
            <a:avLst/>
          </a:prstGeom>
          <a:solidFill>
            <a:srgbClr val="FFFFFF">
              <a:alpha val="3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41832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正式环境部署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418320" y="4160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跟单员培训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418320" y="4663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日常使用支持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0" y="5852160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0" y="58521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预计总周期：3-4 个月  |  当前进度：Phase 0（业务建模）|  下一步：工厂数据验证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&amp; 下一步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18288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DialFactory 不从写代码开始。
</a:t>
            </a:r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正确路径：
</a:t>
            </a:r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真实工厂业务 → 业务模型 → 数据验证 → 系统设计 → 开发上线
</a:t>
            </a:r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当前已完成：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Business Model V1  ·  ✅ 数据录入模板  ·  ✅ 现场确认问题清单
</a:t>
            </a:r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使用真实工厂数据验证业务模型 → 修正模型 → 进入原型设计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5943600"/>
            <a:ext cx="9418320" cy="1828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61264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DialFactory  |  表盘工厂生产管理数字化系统  |  2026年8月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2026-08-04T11:51:27Z</dcterms:created>
  <dcterms:modified xsi:type="dcterms:W3CDTF">2026-08-04T11:51:27Z</dcterms:modified>
</cp:coreProperties>
</file>